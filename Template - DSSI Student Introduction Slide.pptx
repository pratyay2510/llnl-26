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694" r:id="rId5"/>
  </p:sldMasterIdLst>
  <p:notesMasterIdLst>
    <p:notesMasterId r:id="rId7"/>
  </p:notesMasterIdLst>
  <p:handoutMasterIdLst>
    <p:handoutMasterId r:id="rId8"/>
  </p:handoutMasterIdLst>
  <p:sldIdLst>
    <p:sldId id="3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008" userDrawn="1">
          <p15:clr>
            <a:srgbClr val="A4A3A4"/>
          </p15:clr>
        </p15:guide>
        <p15:guide id="4" orient="horz" pos="37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1C71224-A924-7A4C-65A1-E019B15D2998}" name="Bishop, Breanna" initials="BB" userId="S::bishop33@llnl.gov::c14ed814-47ec-4dd6-8bc9-26785b8ceb9b" providerId="AD"/>
  <p188:author id="{716B002C-3A50-A698-5C71-9DC521FEE553}" name="Connors, Corey" initials="CC" userId="S::connors7@llnl.gov::1bd5e6ea-8a84-4c08-92e5-e1cc4585c256" providerId="AD"/>
  <p188:author id="{ABD9288F-AF9D-39E2-DE2F-0455E48C6207}" name="Shang, Stephanie P." initials="" userId="S::shang2@llnl.gov::bd3072b9-b4f0-47fa-be31-4f467de226fd" providerId="AD"/>
  <p188:author id="{09B38FA4-97F3-9EFD-6CB2-57A300CFC2C4}" name="Paschal, Katherine" initials="PK" userId="S::paschal3@llnl.gov::dd5872f5-9b7a-4c2a-b4c5-c71673282002" providerId="AD"/>
  <p188:author id="{ADA8D7AE-0C4F-4EB1-3486-383878F3FBA1}" name="Vander Vorst, Mitch" initials="VM" userId="S::vandervorst1@llnl.gov::90622c8b-d6e5-4bc5-960c-d7b492dcfd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62"/>
    <a:srgbClr val="0031A1"/>
    <a:srgbClr val="EAF1FC"/>
    <a:srgbClr val="A9AABC"/>
    <a:srgbClr val="00535C"/>
    <a:srgbClr val="3366CC"/>
    <a:srgbClr val="03658B"/>
    <a:srgbClr val="63666A"/>
    <a:srgbClr val="0032A1"/>
    <a:srgbClr val="FCB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5"/>
    <p:restoredTop sz="94626"/>
  </p:normalViewPr>
  <p:slideViewPr>
    <p:cSldViewPr snapToGrid="0">
      <p:cViewPr varScale="1">
        <p:scale>
          <a:sx n="105" d="100"/>
          <a:sy n="105" d="100"/>
        </p:scale>
        <p:origin x="1110" y="96"/>
      </p:cViewPr>
      <p:guideLst>
        <p:guide orient="horz" pos="288"/>
        <p:guide pos="3840"/>
        <p:guide pos="4008"/>
        <p:guide orient="horz" pos="37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71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802918-22C0-8CE6-ACAC-5AA7752501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02EE2-C741-5562-91E5-0FFBFFA7CE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36E5A-1590-4136-A887-20852AD82C3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B730-239B-F605-C383-0787270CC5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01379-4D04-C4B3-20B2-858439CFF9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807D5-3579-4B13-8E6D-ACCBBC789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1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C20CD-2D24-491B-8442-D7F8AD17C10D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C5F92-FDEA-41A6-8D5E-BC743BE46E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9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One-li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4C6F16-A438-2589-9430-9388132E1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E1EF58-452F-3843-CE28-9BE2A077680A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24590B9-EEAD-CDBF-281A-18CAE5B6D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1807" y="6045585"/>
            <a:ext cx="6228693" cy="27552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8E7A4A-15BE-881A-D85E-180C7CDD75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1807" y="5710031"/>
            <a:ext cx="6228693" cy="29973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A5A724-1DDF-3949-9E8D-06FF18432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48504"/>
            <a:ext cx="4306957" cy="4830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ED97-7285-AA24-3C15-D27698503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18787"/>
            <a:ext cx="9144000" cy="423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688D-DC30-4CC3-F3B5-750F4874AD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9" y="1683611"/>
            <a:ext cx="9144000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2A293C-7FF4-831E-A43B-4088E75C6AD5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CE1E76-6C82-3CCF-A379-0596E4A46A2E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" name="Graphic 6">
              <a:extLst>
                <a:ext uri="{FF2B5EF4-FFF2-40B4-BE49-F238E27FC236}">
                  <a16:creationId xmlns:a16="http://schemas.microsoft.com/office/drawing/2014/main" id="{8D15C4A5-BB78-68F7-F84B-AA6A10B651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53C3E93-D900-4902-9994-ACFFC94BAC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78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Multi-li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4C6F16-A438-2589-9430-9388132E1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E1EF58-452F-3843-CE28-9BE2A077680A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63666A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24590B9-EEAD-CDBF-281A-18CAE5B6D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33535" y="6045585"/>
            <a:ext cx="5886965" cy="1952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66D38BB-8056-B61B-52F8-60F7D548B4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1807" y="5145802"/>
            <a:ext cx="6228693" cy="89373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07D1CCA8-944E-8CE6-8C03-6B24E1A7A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5145802"/>
            <a:ext cx="3867807" cy="4830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ED97-7285-AA24-3C15-D27698503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54510" cy="138559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 with up to three lines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688D-DC30-4CC3-F3B5-750F4874AD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8" y="1683611"/>
            <a:ext cx="10094571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B6D10A-2255-D43D-81F9-DC85D8BF7D2C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B6339F-B871-8677-F912-20F171EE14E0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" name="Graphic 6">
              <a:extLst>
                <a:ext uri="{FF2B5EF4-FFF2-40B4-BE49-F238E27FC236}">
                  <a16:creationId xmlns:a16="http://schemas.microsoft.com/office/drawing/2014/main" id="{8E20766E-F8C0-8A5D-2917-50FD2A6F12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2A43FE8-62D3-456F-7FAD-F80B08D6A1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56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One-line Joi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D6243BB-1A0B-F4EC-D8B0-BAFDB08E54A1}"/>
              </a:ext>
            </a:extLst>
          </p:cNvPr>
          <p:cNvSpPr/>
          <p:nvPr userDrawn="1"/>
        </p:nvSpPr>
        <p:spPr>
          <a:xfrm>
            <a:off x="87141" y="6447101"/>
            <a:ext cx="1605928" cy="374904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4C6F16-A438-2589-9430-9388132E1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E1EF58-452F-3843-CE28-9BE2A077680A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24590B9-EEAD-CDBF-281A-18CAE5B6D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1807" y="6045585"/>
            <a:ext cx="6228693" cy="27552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8E7A4A-15BE-881A-D85E-180C7CDD75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1807" y="5710031"/>
            <a:ext cx="6228693" cy="29973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677F880-7F53-9A2C-4A1A-3A656A5B31A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10120291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B44DB0D0-9F93-469E-320E-13671CB6980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470085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EEE6DCD-561B-BFA6-B32E-308CD0ABE450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6022181" y="5068762"/>
            <a:ext cx="2290764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LLNL Primary Logo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A5A724-1DDF-3949-9E8D-06FF18432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48504"/>
            <a:ext cx="4306957" cy="4830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ED97-7285-AA24-3C15-D27698503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18787"/>
            <a:ext cx="9144000" cy="423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688D-DC30-4CC3-F3B5-750F4874AD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9" y="1683611"/>
            <a:ext cx="9144000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CCADD8-BB05-BF76-2392-73E7C323FA28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BD938E-B952-528D-2A1A-537413FD4E1B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Graphic 6">
              <a:extLst>
                <a:ext uri="{FF2B5EF4-FFF2-40B4-BE49-F238E27FC236}">
                  <a16:creationId xmlns:a16="http://schemas.microsoft.com/office/drawing/2014/main" id="{6D1FCC57-ED1D-71CE-70FC-8F8D811D2B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7BCB6EF-FEF6-1E1F-F966-03AA4A64FE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0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 Multi-line Subtitle Joi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542F7D7-D144-13A5-95F3-BE595396D22D}"/>
              </a:ext>
            </a:extLst>
          </p:cNvPr>
          <p:cNvSpPr/>
          <p:nvPr userDrawn="1"/>
        </p:nvSpPr>
        <p:spPr>
          <a:xfrm>
            <a:off x="87141" y="6447101"/>
            <a:ext cx="1605928" cy="374904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4C6F16-A438-2589-9430-9388132E1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E1EF58-452F-3843-CE28-9BE2A077680A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63666A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24590B9-EEAD-CDBF-281A-18CAE5B6D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33535" y="6045585"/>
            <a:ext cx="5886965" cy="1952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66D38BB-8056-B61B-52F8-60F7D548B4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1807" y="5584038"/>
            <a:ext cx="6228693" cy="455496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F4E51EA-0747-A2FA-CAED-E61AC89965D3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10120291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6CA6951-156C-8875-033B-2B0849F978C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470085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B3DC4330-0A31-CB8A-47F8-446E9E83C90B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6022181" y="5068762"/>
            <a:ext cx="2290764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LLNL Primary Logo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07D1CCA8-944E-8CE6-8C03-6B24E1A7A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5145802"/>
            <a:ext cx="3867807" cy="4830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ED97-7285-AA24-3C15-D27698503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54510" cy="138559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 with up to three lines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688D-DC30-4CC3-F3B5-750F4874AD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8" y="1683611"/>
            <a:ext cx="10094571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BE22D1-E58A-5130-A388-4A66556232A7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386F14-D0C2-02ED-5268-ABF9BBE12B0F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9" name="Graphic 6">
              <a:extLst>
                <a:ext uri="{FF2B5EF4-FFF2-40B4-BE49-F238E27FC236}">
                  <a16:creationId xmlns:a16="http://schemas.microsoft.com/office/drawing/2014/main" id="{E78E0EFB-9EB4-5011-8318-1F645C722E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7E853F0-D96E-721F-CE05-A0B362058E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0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F93694-358D-A57A-C9FB-DAE48CCB4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3524"/>
            <a:ext cx="12192000" cy="1461315"/>
          </a:xfrm>
          <a:prstGeom prst="rect">
            <a:avLst/>
          </a:prstGeom>
          <a:solidFill>
            <a:srgbClr val="0032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A9E4A75-D5CC-0F01-2E3B-B2D109E54D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3745" y="1623606"/>
            <a:ext cx="9887615" cy="187991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 i="0">
                <a:solidFill>
                  <a:srgbClr val="0032A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/>
              <a:t>Optional section text</a:t>
            </a:r>
          </a:p>
          <a:p>
            <a:pPr lvl="0"/>
            <a:r>
              <a:rPr lang="en-US"/>
              <a:t>Can be two lines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B42CC85-9864-BE96-2E8D-D34502526B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745" y="3776981"/>
            <a:ext cx="9887615" cy="91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6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6EF51C-5B28-69A0-4081-D305F8505B73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64211F-02AB-9BFA-B3BC-419B89B787C9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72990ED-6DD0-CFE9-7573-250FE5EFDA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575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78197-C994-67CF-A88C-31BCCFE041C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9470" y="1733384"/>
            <a:ext cx="10614329" cy="45086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 sz="24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3FBC9-EF00-BABA-8C3D-9A7B4C7AC6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214FD3-C327-3FE6-F070-4B63DC3F098D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161D9B-E0ED-6648-03F2-A2570D713627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Graphic 6">
              <a:extLst>
                <a:ext uri="{FF2B5EF4-FFF2-40B4-BE49-F238E27FC236}">
                  <a16:creationId xmlns:a16="http://schemas.microsoft.com/office/drawing/2014/main" id="{8EA23D31-52DF-2E69-A1B9-14117B62FA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9471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FBC9-EF00-BABA-8C3D-9A7B4C7AC6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only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D1DA3A-3EB3-30D9-0FA8-E270E6305994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D7EF15-B45D-8292-346B-AB7ECAABF705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Graphic 6">
              <a:extLst>
                <a:ext uri="{FF2B5EF4-FFF2-40B4-BE49-F238E27FC236}">
                  <a16:creationId xmlns:a16="http://schemas.microsoft.com/office/drawing/2014/main" id="{8BA73B38-82A8-5E92-72C8-F09315E37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FAF237-BA76-7C63-0DEF-C9B1719CDA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150" y="1958975"/>
            <a:ext cx="3667125" cy="3492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0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97D851A-4359-3F09-9560-90BFF0B578F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2059189"/>
            <a:ext cx="5280329" cy="418289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 sz="24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7CE74C1-C574-4101-7585-40715520DD5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39470" y="2059189"/>
            <a:ext cx="5280329" cy="418289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 sz="24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A98299-6BD5-007E-C74F-2ED00F0A4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and comparison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4B03EA-6C6D-C3DC-CDA3-18CA43E1174F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FB949A9-B85D-4814-F862-030F85A23C7C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Graphic 6">
              <a:extLst>
                <a:ext uri="{FF2B5EF4-FFF2-40B4-BE49-F238E27FC236}">
                  <a16:creationId xmlns:a16="http://schemas.microsoft.com/office/drawing/2014/main" id="{54AD4CFA-B407-0A32-9EB6-77A0F75177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48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39AC7-FFA7-29D4-C18D-034BF13E0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D2A6D1-4E1F-9177-6043-4FD9871EF6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9470" y="2059189"/>
            <a:ext cx="3932237" cy="38018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 sz="24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6A7522E-6D5F-889A-AD0D-BC092605091E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739470" y="716957"/>
            <a:ext cx="3932237" cy="9623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0032A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Content and image slide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80D677-25A9-E52D-0927-94008A0E2555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15EBAF-4AA8-68C6-1238-80FAC84A5954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Graphic 6">
              <a:extLst>
                <a:ext uri="{FF2B5EF4-FFF2-40B4-BE49-F238E27FC236}">
                  <a16:creationId xmlns:a16="http://schemas.microsoft.com/office/drawing/2014/main" id="{CE1005F3-A568-C6C2-27BC-CE21D259A9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187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Image with Quote or 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39AC7-FFA7-29D4-C18D-034BF13E0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740CFEF-7C94-1A7B-0398-2AA9358883B9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739470" y="5653616"/>
            <a:ext cx="3932237" cy="6117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rgbClr val="63666A"/>
                </a:solidFill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—Name, Title</a:t>
            </a:r>
          </a:p>
          <a:p>
            <a:pPr lvl="0"/>
            <a:r>
              <a:rPr lang="en-US"/>
              <a:t>Organization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6A7522E-6D5F-889A-AD0D-BC092605091E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739470" y="716957"/>
            <a:ext cx="3932237" cy="48033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rgbClr val="0032A1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“Large text or a quote goes here”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F12A0B-A23F-1C75-4A75-C529BD723AE1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3DDFFC-1478-7617-AA97-1F8732C915B2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Graphic 6">
              <a:extLst>
                <a:ext uri="{FF2B5EF4-FFF2-40B4-BE49-F238E27FC236}">
                  <a16:creationId xmlns:a16="http://schemas.microsoft.com/office/drawing/2014/main" id="{3CC102CE-BEFA-0F3E-9394-E508D6330D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94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948911FF-6ED4-16BE-95A0-E0AAC64C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827865"/>
            <a:ext cx="12191999" cy="551144"/>
          </a:xfrm>
          <a:prstGeom prst="rect">
            <a:avLst/>
          </a:prstGeom>
          <a:solidFill>
            <a:srgbClr val="0031A1"/>
          </a:solidFill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optional summary. Remove if not needed.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EB2B0BD-CA2F-72F9-3310-7C62306ED0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9470" y="1733384"/>
            <a:ext cx="10614329" cy="392198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 sz="24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A98299-6BD5-007E-C74F-2ED00F0A4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slide with summary box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FA9E59-D405-67F2-923B-9F1E5A4F93B9}"/>
              </a:ext>
            </a:extLst>
          </p:cNvPr>
          <p:cNvGrpSpPr/>
          <p:nvPr userDrawn="1"/>
        </p:nvGrpSpPr>
        <p:grpSpPr>
          <a:xfrm>
            <a:off x="11574492" y="90551"/>
            <a:ext cx="443927" cy="395222"/>
            <a:chOff x="10830498" y="90551"/>
            <a:chExt cx="443927" cy="3952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C18412-6069-B27C-2022-904192E27A45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385C407-2073-3802-7701-4A3FA2D1DB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7234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406B13-7A85-92DA-832A-0B13F01863F5}"/>
              </a:ext>
            </a:extLst>
          </p:cNvPr>
          <p:cNvGrpSpPr/>
          <p:nvPr userDrawn="1"/>
        </p:nvGrpSpPr>
        <p:grpSpPr>
          <a:xfrm>
            <a:off x="11622555" y="90551"/>
            <a:ext cx="354152" cy="382723"/>
            <a:chOff x="11622555" y="90551"/>
            <a:chExt cx="354152" cy="38272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C22E7C-9DF2-5421-7530-5B38699F57EF}"/>
                </a:ext>
              </a:extLst>
            </p:cNvPr>
            <p:cNvSpPr/>
            <p:nvPr userDrawn="1"/>
          </p:nvSpPr>
          <p:spPr>
            <a:xfrm>
              <a:off x="11622555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9614801-983D-0050-43CD-0DD4F04DD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48902" y="122528"/>
              <a:ext cx="323829" cy="318769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A7ABB2-B072-D6BC-7247-4ABD9499CA5A}"/>
              </a:ext>
            </a:extLst>
          </p:cNvPr>
          <p:cNvSpPr/>
          <p:nvPr userDrawn="1"/>
        </p:nvSpPr>
        <p:spPr>
          <a:xfrm>
            <a:off x="0" y="-22225"/>
            <a:ext cx="12192000" cy="6918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0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LLNL logomark">
            <a:extLst>
              <a:ext uri="{FF2B5EF4-FFF2-40B4-BE49-F238E27FC236}">
                <a16:creationId xmlns:a16="http://schemas.microsoft.com/office/drawing/2014/main" id="{903EF629-36E9-F004-93C3-C780D59974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5062" y="114298"/>
            <a:ext cx="4714244" cy="467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Slide One-li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BB9592-8864-BE40-C836-07BB5A18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84B7DD-AFA4-9301-1D26-123EB100365B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D6E4C27-AD38-CC97-A72B-8F14DDF64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1807" y="6045585"/>
            <a:ext cx="6228693" cy="27552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3D6F3410-C340-4487-C22D-6AE50BC0C4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1807" y="5710031"/>
            <a:ext cx="6228693" cy="29973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39A06243-9718-3E77-00C3-D4F4052C24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48504"/>
            <a:ext cx="4306957" cy="4830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74BF3E-949D-80C5-E462-81C9E2FE42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18787"/>
            <a:ext cx="9144000" cy="423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550B73D-67B6-98C4-267E-659C89CADC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9" y="1683611"/>
            <a:ext cx="9144000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5BE25-91C3-099A-C2B8-1D42A7BF4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634D62-0668-3E51-72AB-9EC56F555510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CE4A88-E38F-437C-2B25-3B6B60773D11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" name="Graphic 6">
              <a:extLst>
                <a:ext uri="{FF2B5EF4-FFF2-40B4-BE49-F238E27FC236}">
                  <a16:creationId xmlns:a16="http://schemas.microsoft.com/office/drawing/2014/main" id="{C74E1CBE-059D-CD66-C456-B5C01FFCC7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970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Slide Multi-li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66E419-3817-1482-B04F-5F01CBD06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F5BBB8-E60B-36CA-9501-4E9CBCD2EA07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BAE1E32-F0A5-85AD-A55D-6CABAFDA5E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33535" y="6045585"/>
            <a:ext cx="5886965" cy="1952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1342865-C786-3105-E769-766978BA33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1807" y="5165663"/>
            <a:ext cx="6228693" cy="89373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D3800F-93CE-1E50-3B29-8B46F538A5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5145802"/>
            <a:ext cx="3867807" cy="4830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62FDB6D-4848-F87E-847C-7767A11D72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54510" cy="138559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 with up to three lines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5BA4572-6B99-2F7E-D468-E1DCA84786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8" y="1683611"/>
            <a:ext cx="10094571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CC3B38-61B7-783E-52C6-00B5050BF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EA04BE3-B2E4-5E0B-DDDE-B54B250A9165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02C16D-1649-E412-C28B-CE9BB8349E63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1BC2762-1D07-E88C-EB3B-2F7FC96B55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204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Slide One-line Subtitle Joi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C3773E-EFB0-9F62-37C6-747B3B73E543}"/>
              </a:ext>
            </a:extLst>
          </p:cNvPr>
          <p:cNvSpPr/>
          <p:nvPr userDrawn="1"/>
        </p:nvSpPr>
        <p:spPr>
          <a:xfrm>
            <a:off x="87141" y="6447101"/>
            <a:ext cx="1605928" cy="374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BB9592-8864-BE40-C836-07BB5A18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84B7DD-AFA4-9301-1D26-123EB100365B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D6E4C27-AD38-CC97-A72B-8F14DDF64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1807" y="6045585"/>
            <a:ext cx="6228693" cy="27552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3D6F3410-C340-4487-C22D-6AE50BC0C4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1807" y="5710031"/>
            <a:ext cx="6228693" cy="29973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5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D3EDC3E-FABC-7C2D-C04C-79F7AB2B8AE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10120291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53E7E-7A9E-329B-FFD8-1D9BA9786AA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470085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0EC055E-155F-D5A6-ED52-24C6B094DA6A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6022181" y="5068762"/>
            <a:ext cx="2290764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LLNL Primary Logo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39A06243-9718-3E77-00C3-D4F4052C24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48504"/>
            <a:ext cx="4306957" cy="4830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74BF3E-949D-80C5-E462-81C9E2FE42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18787"/>
            <a:ext cx="9144000" cy="423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550B73D-67B6-98C4-267E-659C89CADC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9" y="1683611"/>
            <a:ext cx="9144000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9819F-BE33-0619-00D8-AA2E74DB2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401DE8D-4627-4E63-01D7-7AFC7BD68C87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EAB398-F5A2-BF1D-1D8B-85D9A1A0956B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" name="Graphic 6">
              <a:extLst>
                <a:ext uri="{FF2B5EF4-FFF2-40B4-BE49-F238E27FC236}">
                  <a16:creationId xmlns:a16="http://schemas.microsoft.com/office/drawing/2014/main" id="{D5FD14F8-050B-EB31-7E6D-7F324858BC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4743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Slide Multi-line Subtitle Joi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66E419-3817-1482-B04F-5F01CBD06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3524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2B645E0-C06E-36A3-FCCA-0958A2DE3F2E}"/>
              </a:ext>
            </a:extLst>
          </p:cNvPr>
          <p:cNvSpPr/>
          <p:nvPr userDrawn="1"/>
        </p:nvSpPr>
        <p:spPr>
          <a:xfrm>
            <a:off x="87141" y="6447101"/>
            <a:ext cx="1605928" cy="374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5BBB8-E60B-36CA-9501-4E9CBCD2EA07}"/>
              </a:ext>
            </a:extLst>
          </p:cNvPr>
          <p:cNvSpPr txBox="1"/>
          <p:nvPr userDrawn="1"/>
        </p:nvSpPr>
        <p:spPr>
          <a:xfrm>
            <a:off x="87141" y="6032891"/>
            <a:ext cx="261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effectLst/>
                <a:latin typeface="Aptos Light" panose="020B0004020202020204" pitchFamily="34" charset="0"/>
              </a:rPr>
              <a:t>Prepared by LLNL under Contract DE-AC52-07NA27344.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BAE1E32-F0A5-85AD-A55D-6CABAFDA5E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33535" y="6045585"/>
            <a:ext cx="5886965" cy="195203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78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Optional organization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1342865-C786-3105-E769-766978BA33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1807" y="5584038"/>
            <a:ext cx="6228693" cy="475356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300"/>
              </a:spcBef>
              <a:buNone/>
              <a:defRPr sz="1400" b="1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Name, Title | Division SME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BAB132D-B4BF-5EAD-FEA3-E9DB260DC8DA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10120291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5D7C6E2-A11F-9992-22D9-6F2C99874C8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8470085" y="5068762"/>
            <a:ext cx="1500209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Joint Logo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5AE4F60B-636D-0976-1F43-CA060E14B6FB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6022181" y="5068762"/>
            <a:ext cx="2290764" cy="515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LLNL Primary Logo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D3800F-93CE-1E50-3B29-8B46F538A5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5145802"/>
            <a:ext cx="3867807" cy="4830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500"/>
              </a:spcBef>
              <a:buNone/>
              <a:defRPr sz="2400"/>
            </a:lvl1pPr>
          </a:lstStyle>
          <a:p>
            <a:pPr lvl="0"/>
            <a:r>
              <a:rPr lang="en-US"/>
              <a:t>Optional date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62FDB6D-4848-F87E-847C-7767A11D72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54510" cy="138559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Audience or optional subtitle with up to three lines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5BA4572-6B99-2F7E-D468-E1DCA84786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5928" y="1683611"/>
            <a:ext cx="10094571" cy="1826351"/>
          </a:xfrm>
          <a:prstGeom prst="rect">
            <a:avLst/>
          </a:prstGeom>
        </p:spPr>
        <p:txBody>
          <a:bodyPr anchor="ctr"/>
          <a:lstStyle>
            <a:lvl1pPr algn="l">
              <a:defRPr sz="5400" b="1" i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Should not exceed two lines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350D76-D3DA-00B9-EB47-215F803C51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5328" y="6521450"/>
            <a:ext cx="975700" cy="26651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2BBBD00-9842-E737-7C55-0014F698884D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8D6176-3F76-1DE0-6227-B0D3D8D8D4CF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9" name="Graphic 6">
              <a:extLst>
                <a:ext uri="{FF2B5EF4-FFF2-40B4-BE49-F238E27FC236}">
                  <a16:creationId xmlns:a16="http://schemas.microsoft.com/office/drawing/2014/main" id="{1149AFE4-C705-3882-9F30-3EEEBA12BF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116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36A78C-E775-A660-63A5-DEC117A7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3524"/>
            <a:ext cx="12192000" cy="1461315"/>
          </a:xfrm>
          <a:prstGeom prst="rect">
            <a:avLst/>
          </a:prstGeom>
          <a:solidFill>
            <a:srgbClr val="0032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DE18753-2F2A-4623-864B-1C5D72E45B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3745" y="1623606"/>
            <a:ext cx="9887615" cy="1879918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400" b="1" i="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en-US"/>
              <a:t>Optional section text</a:t>
            </a:r>
          </a:p>
          <a:p>
            <a:pPr lvl="0"/>
            <a:r>
              <a:rPr lang="en-US"/>
              <a:t>Can be two lines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68C20271-5651-D0C8-A20F-A5991817AB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3745" y="3776981"/>
            <a:ext cx="9887615" cy="9144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6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088618-7323-F613-021C-7EF282FEF3D3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4894D0-90BA-7383-BE51-E3CC9C80EC32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Graphic 6">
              <a:extLst>
                <a:ext uri="{FF2B5EF4-FFF2-40B4-BE49-F238E27FC236}">
                  <a16:creationId xmlns:a16="http://schemas.microsoft.com/office/drawing/2014/main" id="{63265006-4B41-90C0-F2C6-C22FDC0F02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501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DB9A-9551-5A40-D24C-13BA437C8A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9470" y="1733384"/>
            <a:ext cx="10614329" cy="450869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1500"/>
              </a:spcBef>
              <a:defRPr/>
            </a:lvl1pPr>
            <a:lvl2pPr algn="l">
              <a:lnSpc>
                <a:spcPct val="100000"/>
              </a:lnSpc>
              <a:spcBef>
                <a:spcPts val="500"/>
              </a:spcBef>
              <a:defRPr sz="2400"/>
            </a:lvl2pPr>
            <a:lvl3pPr algn="l"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391FE-461A-8305-C8F0-8FC09663B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4A268B-2822-3537-305A-4177E097BE6C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114D893-B608-B2AE-289A-D71AC38A5F93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9952794-4BBC-BB1F-AB0E-65F4BC6E12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439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91FE-461A-8305-C8F0-8FC09663B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only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227045-5190-2224-75F9-3B5313E5EE84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A3F334-69F6-44FB-90E5-53B869F6EF5F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Graphic 6">
              <a:extLst>
                <a:ext uri="{FF2B5EF4-FFF2-40B4-BE49-F238E27FC236}">
                  <a16:creationId xmlns:a16="http://schemas.microsoft.com/office/drawing/2014/main" id="{52BA87F1-4CF9-E33E-B8A8-FD86542383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30426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627C3B-8F71-7E0E-F898-88D3D3B0757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2059189"/>
            <a:ext cx="5280329" cy="4182892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1500"/>
              </a:spcBef>
              <a:defRPr/>
            </a:lvl1pPr>
            <a:lvl2pPr algn="l">
              <a:lnSpc>
                <a:spcPct val="100000"/>
              </a:lnSpc>
              <a:spcBef>
                <a:spcPts val="500"/>
              </a:spcBef>
              <a:defRPr sz="2400"/>
            </a:lvl2pPr>
            <a:lvl3pPr algn="l"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3CAD0B-204C-C55B-5F5D-705D6E48C2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39470" y="2059189"/>
            <a:ext cx="5280329" cy="4182892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1500"/>
              </a:spcBef>
              <a:defRPr/>
            </a:lvl1pPr>
            <a:lvl2pPr algn="l">
              <a:lnSpc>
                <a:spcPct val="100000"/>
              </a:lnSpc>
              <a:spcBef>
                <a:spcPts val="500"/>
              </a:spcBef>
              <a:defRPr sz="2400"/>
            </a:lvl2pPr>
            <a:lvl3pPr algn="l"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ACEA37-8AD9-4011-E68E-30913E6DD2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and comparison slide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490C2D-95CE-19F1-295D-B15FE9A497F7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14949C-B6BD-2031-B8B0-30CEEFBC0A67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Graphic 6">
              <a:extLst>
                <a:ext uri="{FF2B5EF4-FFF2-40B4-BE49-F238E27FC236}">
                  <a16:creationId xmlns:a16="http://schemas.microsoft.com/office/drawing/2014/main" id="{0939D1BB-8630-23C5-B112-501FBF4849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415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B1E133E-DA39-5AA8-1013-A6F683336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4D7E00-07A2-DC5A-7530-652E06E9354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9470" y="2059189"/>
            <a:ext cx="3932237" cy="380186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1500"/>
              </a:spcBef>
              <a:defRPr/>
            </a:lvl1pPr>
            <a:lvl2pPr algn="l">
              <a:lnSpc>
                <a:spcPct val="100000"/>
              </a:lnSpc>
              <a:spcBef>
                <a:spcPts val="500"/>
              </a:spcBef>
              <a:defRPr sz="2400"/>
            </a:lvl2pPr>
            <a:lvl3pPr algn="l"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38749E-3D70-CF4A-F25F-2AF9BD0684BC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739470" y="716957"/>
            <a:ext cx="3932237" cy="9623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Content and image slide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55691F-A11E-A92B-7325-3E4BB8EB72EA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F7F92D-C7CB-5C6F-FD5C-6107C702BF14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EF14C0F-1069-0587-464E-DDA07BE35A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739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Image with Quote or 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38BCD77-48BE-35A7-99AC-A16EFB0B0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353D1-8E82-98FB-E3FF-0FDB24FE9304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739470" y="5653616"/>
            <a:ext cx="3932237" cy="6117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—Name, Title</a:t>
            </a:r>
          </a:p>
          <a:p>
            <a:pPr lvl="0"/>
            <a:r>
              <a:rPr lang="en-US"/>
              <a:t>Organization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B110F6E-0B47-7691-9751-12F58543572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739470" y="716957"/>
            <a:ext cx="3932237" cy="48033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>
                <a:solidFill>
                  <a:schemeClr val="bg1"/>
                </a:solidFill>
                <a:latin typeface="Aptos SemiBold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“Large text or a quote goes here”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A69396-10B4-E494-346D-4177C9346F09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C6F2C1-373A-0AFC-60B4-358E19BD220C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668A782-35E1-40D9-72B5-2DE2AD48A5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33084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F465E69D-2EBA-EAF0-02C7-23C4EE46C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843392"/>
            <a:ext cx="12191999" cy="551144"/>
          </a:xfrm>
          <a:prstGeom prst="rect">
            <a:avLst/>
          </a:prstGeom>
          <a:solidFill>
            <a:srgbClr val="0031A1"/>
          </a:solidFill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optional summary. Remove if not needed.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AF0F2-3CEF-3390-AFA9-92EA0122B7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9470" y="1733384"/>
            <a:ext cx="10614329" cy="392198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1500"/>
              </a:spcBef>
              <a:defRPr/>
            </a:lvl1pPr>
            <a:lvl2pPr algn="l">
              <a:lnSpc>
                <a:spcPct val="100000"/>
              </a:lnSpc>
              <a:spcBef>
                <a:spcPts val="500"/>
              </a:spcBef>
              <a:defRPr sz="2400"/>
            </a:lvl2pPr>
            <a:lvl3pPr algn="l">
              <a:lnSpc>
                <a:spcPct val="100000"/>
              </a:lnSpc>
              <a:defRPr/>
            </a:lvl3pPr>
          </a:lstStyle>
          <a:p>
            <a:pPr lvl="0"/>
            <a:r>
              <a:rPr lang="en-US"/>
              <a:t>Click to edit Level 1 bullet</a:t>
            </a:r>
          </a:p>
          <a:p>
            <a:pPr lvl="0"/>
            <a:r>
              <a:rPr lang="en-US"/>
              <a:t>Additional Level 1 bullet 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391FE-461A-8305-C8F0-8FC09663B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470" y="615918"/>
            <a:ext cx="10614329" cy="102572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Title slide with summary box</a:t>
            </a:r>
            <a:br>
              <a:rPr lang="en-US"/>
            </a:br>
            <a:r>
              <a:rPr lang="en-US"/>
              <a:t>Title can be two lines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A6CF2F-F87B-580E-E55A-5260D8CCD093}"/>
              </a:ext>
            </a:extLst>
          </p:cNvPr>
          <p:cNvGrpSpPr/>
          <p:nvPr userDrawn="1"/>
        </p:nvGrpSpPr>
        <p:grpSpPr>
          <a:xfrm>
            <a:off x="11577667" y="106426"/>
            <a:ext cx="443927" cy="395222"/>
            <a:chOff x="10830498" y="90551"/>
            <a:chExt cx="443927" cy="3952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A610CD-738E-D5AD-87BD-E5FD0B4ACA25}"/>
                </a:ext>
              </a:extLst>
            </p:cNvPr>
            <p:cNvSpPr/>
            <p:nvPr userDrawn="1"/>
          </p:nvSpPr>
          <p:spPr>
            <a:xfrm>
              <a:off x="10876430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Graphic 6">
              <a:extLst>
                <a:ext uri="{FF2B5EF4-FFF2-40B4-BE49-F238E27FC236}">
                  <a16:creationId xmlns:a16="http://schemas.microsoft.com/office/drawing/2014/main" id="{E4653727-A3C9-DBD4-3E86-14C88B4104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9943" b="48616"/>
            <a:stretch/>
          </p:blipFill>
          <p:spPr>
            <a:xfrm>
              <a:off x="10830498" y="95414"/>
              <a:ext cx="443927" cy="390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9594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31FF6B2-35C7-D306-77E2-0CED076EEAAF}"/>
              </a:ext>
            </a:extLst>
          </p:cNvPr>
          <p:cNvGrpSpPr/>
          <p:nvPr userDrawn="1"/>
        </p:nvGrpSpPr>
        <p:grpSpPr>
          <a:xfrm>
            <a:off x="11622555" y="103251"/>
            <a:ext cx="354152" cy="382723"/>
            <a:chOff x="11622555" y="90551"/>
            <a:chExt cx="354152" cy="38272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ED90EF-C05F-D7B5-C320-E6BBCD1B69A6}"/>
                </a:ext>
              </a:extLst>
            </p:cNvPr>
            <p:cNvSpPr/>
            <p:nvPr userDrawn="1"/>
          </p:nvSpPr>
          <p:spPr>
            <a:xfrm>
              <a:off x="11622555" y="90551"/>
              <a:ext cx="354152" cy="382723"/>
            </a:xfrm>
            <a:prstGeom prst="rect">
              <a:avLst/>
            </a:prstGeom>
            <a:solidFill>
              <a:srgbClr val="0032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B5A7D9F-8188-5BF9-BE92-C9BF876EFB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48902" y="122528"/>
              <a:ext cx="323829" cy="318769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56F4057-8E98-FA08-9013-6E5B914B0E72}"/>
              </a:ext>
            </a:extLst>
          </p:cNvPr>
          <p:cNvSpPr/>
          <p:nvPr userDrawn="1"/>
        </p:nvSpPr>
        <p:spPr>
          <a:xfrm>
            <a:off x="-9651" y="0"/>
            <a:ext cx="12201652" cy="689610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7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al Navy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LNL logomark">
            <a:extLst>
              <a:ext uri="{FF2B5EF4-FFF2-40B4-BE49-F238E27FC236}">
                <a16:creationId xmlns:a16="http://schemas.microsoft.com/office/drawing/2014/main" id="{D8DF9641-42BB-6DDC-39B7-5EE92E0E56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5061" y="134938"/>
            <a:ext cx="4714244" cy="467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D6F184-D98A-76A1-D3A3-6220CD592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667" y="6383633"/>
            <a:ext cx="12199667" cy="501839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FF9AD165-772F-EC00-FCE9-651F03CD8A55}"/>
              </a:ext>
            </a:extLst>
          </p:cNvPr>
          <p:cNvSpPr txBox="1">
            <a:spLocks/>
          </p:cNvSpPr>
          <p:nvPr userDrawn="1"/>
        </p:nvSpPr>
        <p:spPr>
          <a:xfrm>
            <a:off x="11082131" y="6515434"/>
            <a:ext cx="975332" cy="257361"/>
          </a:xfrm>
          <a:prstGeom prst="rect">
            <a:avLst/>
          </a:prstGeom>
        </p:spPr>
        <p:txBody>
          <a:bodyPr rIns="4572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8C8516-CBB0-4BEF-BA7F-65371927869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532A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532A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D88313-0A9D-F699-01E9-023C12C3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3193"/>
            <a:ext cx="12192000" cy="135721"/>
          </a:xfrm>
          <a:prstGeom prst="rect">
            <a:avLst/>
          </a:prstGeom>
          <a:solidFill>
            <a:srgbClr val="0032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AFA23F-FEE1-1DA4-1DDD-8AB326D81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7622" y="122528"/>
            <a:ext cx="1041925" cy="9834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551A2E-D8B5-88F1-6C7A-F6D05C3BC2D5}"/>
              </a:ext>
            </a:extLst>
          </p:cNvPr>
          <p:cNvSpPr txBox="1"/>
          <p:nvPr userDrawn="1"/>
        </p:nvSpPr>
        <p:spPr>
          <a:xfrm>
            <a:off x="1750786" y="6536424"/>
            <a:ext cx="1423033" cy="25736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IM NUMBER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997AF6-180B-90C4-1FCF-46A9832F456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" t="11610" r="5288" b="21429"/>
          <a:stretch/>
        </p:blipFill>
        <p:spPr>
          <a:xfrm>
            <a:off x="111125" y="6486525"/>
            <a:ext cx="1505124" cy="30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2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19" r:id="rId2"/>
    <p:sldLayoutId id="2147483748" r:id="rId3"/>
    <p:sldLayoutId id="2147483749" r:id="rId4"/>
    <p:sldLayoutId id="2147483686" r:id="rId5"/>
    <p:sldLayoutId id="2147483706" r:id="rId6"/>
    <p:sldLayoutId id="2147483744" r:id="rId7"/>
    <p:sldLayoutId id="2147483688" r:id="rId8"/>
    <p:sldLayoutId id="2147483690" r:id="rId9"/>
    <p:sldLayoutId id="2147483725" r:id="rId10"/>
    <p:sldLayoutId id="2147483742" r:id="rId11"/>
    <p:sldLayoutId id="214748374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532A0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088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4224" userDrawn="1">
          <p15:clr>
            <a:srgbClr val="F26B43"/>
          </p15:clr>
        </p15:guide>
        <p15:guide id="7" orient="horz" pos="38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D6F184-D98A-76A1-D3A3-6220CD592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-7622" y="6069"/>
            <a:ext cx="12199622" cy="6386623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570886-F1AB-A724-0F90-31CF9094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667" y="6383633"/>
            <a:ext cx="12199667" cy="501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FF9AD165-772F-EC00-FCE9-651F03CD8A55}"/>
              </a:ext>
            </a:extLst>
          </p:cNvPr>
          <p:cNvSpPr txBox="1">
            <a:spLocks/>
          </p:cNvSpPr>
          <p:nvPr userDrawn="1"/>
        </p:nvSpPr>
        <p:spPr>
          <a:xfrm>
            <a:off x="11032435" y="6515434"/>
            <a:ext cx="1025027" cy="257361"/>
          </a:xfrm>
          <a:prstGeom prst="rect">
            <a:avLst/>
          </a:prstGeom>
        </p:spPr>
        <p:txBody>
          <a:bodyPr rIns="4572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8C8516-CBB0-4BEF-BA7F-65371927869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532A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532A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D88313-0A9D-F699-01E9-023C12C3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622" y="-3646"/>
            <a:ext cx="12192000" cy="135721"/>
          </a:xfrm>
          <a:prstGeom prst="rect">
            <a:avLst/>
          </a:prstGeom>
          <a:solidFill>
            <a:srgbClr val="0032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A3A5C465-1B9B-422D-7333-59CF628CE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50000"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7623" y="132074"/>
            <a:ext cx="1030960" cy="987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773BBB-EBD8-923E-4E8D-AE21F233EF6D}"/>
              </a:ext>
            </a:extLst>
          </p:cNvPr>
          <p:cNvSpPr txBox="1"/>
          <p:nvPr userDrawn="1"/>
        </p:nvSpPr>
        <p:spPr>
          <a:xfrm>
            <a:off x="1750786" y="6536424"/>
            <a:ext cx="1423033" cy="25736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IM NUMBER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7FB9D-0F50-CCE0-659E-1BECD8A1C18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" t="11610" r="5288" b="21429"/>
          <a:stretch/>
        </p:blipFill>
        <p:spPr>
          <a:xfrm>
            <a:off x="111125" y="6486525"/>
            <a:ext cx="1505124" cy="307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2A7DFA-65B0-0636-93FD-F828C0FDE051}"/>
              </a:ext>
            </a:extLst>
          </p:cNvPr>
          <p:cNvSpPr txBox="1"/>
          <p:nvPr userDrawn="1"/>
        </p:nvSpPr>
        <p:spPr>
          <a:xfrm>
            <a:off x="469806" y="-1652398"/>
            <a:ext cx="1774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Secondary colors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E2BF41-DE54-3917-0EC3-FB9E29DF5013}"/>
              </a:ext>
            </a:extLst>
          </p:cNvPr>
          <p:cNvSpPr txBox="1"/>
          <p:nvPr userDrawn="1"/>
        </p:nvSpPr>
        <p:spPr>
          <a:xfrm>
            <a:off x="716347" y="-665551"/>
            <a:ext cx="152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Primary colors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E9BBD5-C27C-7DE7-930C-9CF1269977E6}"/>
              </a:ext>
            </a:extLst>
          </p:cNvPr>
          <p:cNvSpPr/>
          <p:nvPr userDrawn="1"/>
        </p:nvSpPr>
        <p:spPr>
          <a:xfrm>
            <a:off x="2498958" y="-1807534"/>
            <a:ext cx="679605" cy="679605"/>
          </a:xfrm>
          <a:prstGeom prst="rect">
            <a:avLst/>
          </a:prstGeom>
          <a:solidFill>
            <a:srgbClr val="9D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A0FF3C-9AAB-6E70-2170-E6F82DEC227F}"/>
              </a:ext>
            </a:extLst>
          </p:cNvPr>
          <p:cNvSpPr/>
          <p:nvPr userDrawn="1"/>
        </p:nvSpPr>
        <p:spPr>
          <a:xfrm>
            <a:off x="4362240" y="-1807534"/>
            <a:ext cx="679605" cy="679605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60EE9-3C5D-8ADF-F3BA-245D5C56B604}"/>
              </a:ext>
            </a:extLst>
          </p:cNvPr>
          <p:cNvSpPr>
            <a:spLocks/>
          </p:cNvSpPr>
          <p:nvPr userDrawn="1"/>
        </p:nvSpPr>
        <p:spPr>
          <a:xfrm>
            <a:off x="6225564" y="-1807534"/>
            <a:ext cx="679605" cy="679605"/>
          </a:xfrm>
          <a:prstGeom prst="rect">
            <a:avLst/>
          </a:prstGeom>
          <a:solidFill>
            <a:srgbClr val="84C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ptos Display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FE9B1-65FE-BE22-0384-0AAD5A95D85C}"/>
              </a:ext>
            </a:extLst>
          </p:cNvPr>
          <p:cNvSpPr>
            <a:spLocks/>
          </p:cNvSpPr>
          <p:nvPr userDrawn="1"/>
        </p:nvSpPr>
        <p:spPr>
          <a:xfrm>
            <a:off x="5293902" y="-1807534"/>
            <a:ext cx="679605" cy="679605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ptos Display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A02CB6-0946-ACBC-BC1C-2FF6325A7329}"/>
              </a:ext>
            </a:extLst>
          </p:cNvPr>
          <p:cNvSpPr>
            <a:spLocks noChangeAspect="1"/>
          </p:cNvSpPr>
          <p:nvPr userDrawn="1"/>
        </p:nvSpPr>
        <p:spPr>
          <a:xfrm>
            <a:off x="3424761" y="-823131"/>
            <a:ext cx="679428" cy="679605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8102F-57B2-001C-4D81-F55ACD4E445B}"/>
              </a:ext>
            </a:extLst>
          </p:cNvPr>
          <p:cNvSpPr>
            <a:spLocks noChangeAspect="1"/>
          </p:cNvSpPr>
          <p:nvPr userDrawn="1"/>
        </p:nvSpPr>
        <p:spPr>
          <a:xfrm>
            <a:off x="2490769" y="-823131"/>
            <a:ext cx="679428" cy="679605"/>
          </a:xfrm>
          <a:prstGeom prst="rect">
            <a:avLst/>
          </a:prstGeom>
          <a:solidFill>
            <a:srgbClr val="003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90F5D6-AFE4-8CA5-35FB-0E291750B2B6}"/>
              </a:ext>
            </a:extLst>
          </p:cNvPr>
          <p:cNvSpPr>
            <a:spLocks noChangeAspect="1"/>
          </p:cNvSpPr>
          <p:nvPr userDrawn="1"/>
        </p:nvSpPr>
        <p:spPr>
          <a:xfrm>
            <a:off x="4367119" y="-823131"/>
            <a:ext cx="679428" cy="679605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F251F2-EE36-B660-AE40-842B8788BAB7}"/>
              </a:ext>
            </a:extLst>
          </p:cNvPr>
          <p:cNvSpPr>
            <a:spLocks noChangeAspect="1"/>
          </p:cNvSpPr>
          <p:nvPr userDrawn="1"/>
        </p:nvSpPr>
        <p:spPr>
          <a:xfrm>
            <a:off x="5301111" y="-823131"/>
            <a:ext cx="679428" cy="679605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A82D47-E137-DBBD-DB5E-01894E4849DD}"/>
              </a:ext>
            </a:extLst>
          </p:cNvPr>
          <p:cNvSpPr>
            <a:spLocks noChangeAspect="1"/>
          </p:cNvSpPr>
          <p:nvPr userDrawn="1"/>
        </p:nvSpPr>
        <p:spPr>
          <a:xfrm>
            <a:off x="6235103" y="-823131"/>
            <a:ext cx="679428" cy="679605"/>
          </a:xfrm>
          <a:prstGeom prst="rect">
            <a:avLst/>
          </a:prstGeom>
          <a:solidFill>
            <a:srgbClr val="A9AA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05E0C1-DFA8-34CD-475F-9E012143B9AF}"/>
              </a:ext>
            </a:extLst>
          </p:cNvPr>
          <p:cNvSpPr>
            <a:spLocks noChangeAspect="1"/>
          </p:cNvSpPr>
          <p:nvPr userDrawn="1"/>
        </p:nvSpPr>
        <p:spPr>
          <a:xfrm>
            <a:off x="7169095" y="-823131"/>
            <a:ext cx="679428" cy="679605"/>
          </a:xfrm>
          <a:prstGeom prst="rect">
            <a:avLst/>
          </a:prstGeom>
          <a:solidFill>
            <a:srgbClr val="6E6E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BCE5D2-964B-7DEB-C02A-60D7995DF62B}"/>
              </a:ext>
            </a:extLst>
          </p:cNvPr>
          <p:cNvSpPr/>
          <p:nvPr userDrawn="1"/>
        </p:nvSpPr>
        <p:spPr>
          <a:xfrm>
            <a:off x="3430577" y="-1807534"/>
            <a:ext cx="679605" cy="679605"/>
          </a:xfrm>
          <a:prstGeom prst="rect">
            <a:avLst/>
          </a:prstGeom>
          <a:solidFill>
            <a:srgbClr val="B40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C8363B-8B11-8CE6-61DE-A61A05D54B0F}"/>
              </a:ext>
            </a:extLst>
          </p:cNvPr>
          <p:cNvSpPr/>
          <p:nvPr userDrawn="1"/>
        </p:nvSpPr>
        <p:spPr>
          <a:xfrm>
            <a:off x="7157226" y="-1807534"/>
            <a:ext cx="679605" cy="679605"/>
          </a:xfrm>
          <a:prstGeom prst="rect">
            <a:avLst/>
          </a:prstGeom>
          <a:solidFill>
            <a:srgbClr val="00A5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70BF72-77DF-B466-3FD1-F7F081FA9CA6}"/>
              </a:ext>
            </a:extLst>
          </p:cNvPr>
          <p:cNvSpPr/>
          <p:nvPr userDrawn="1"/>
        </p:nvSpPr>
        <p:spPr>
          <a:xfrm>
            <a:off x="8088888" y="-1807534"/>
            <a:ext cx="679605" cy="679605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EBCDBE-DABB-3438-8C69-A481C74489B9}"/>
              </a:ext>
            </a:extLst>
          </p:cNvPr>
          <p:cNvSpPr>
            <a:spLocks noChangeAspect="1"/>
          </p:cNvSpPr>
          <p:nvPr userDrawn="1"/>
        </p:nvSpPr>
        <p:spPr>
          <a:xfrm>
            <a:off x="8118543" y="-823131"/>
            <a:ext cx="679428" cy="679605"/>
          </a:xfrm>
          <a:prstGeom prst="rect">
            <a:avLst/>
          </a:prstGeom>
          <a:solidFill>
            <a:srgbClr val="FCB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12224D-01B0-1297-3FE3-13F0404B0F77}"/>
              </a:ext>
            </a:extLst>
          </p:cNvPr>
          <p:cNvSpPr txBox="1"/>
          <p:nvPr userDrawn="1"/>
        </p:nvSpPr>
        <p:spPr>
          <a:xfrm>
            <a:off x="3382444" y="-733839"/>
            <a:ext cx="7640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Elemental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Navy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#</a:t>
            </a:r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001E62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DF19DC-423E-4783-2C16-D373B1C5B24A}"/>
              </a:ext>
            </a:extLst>
          </p:cNvPr>
          <p:cNvSpPr txBox="1"/>
          <p:nvPr userDrawn="1"/>
        </p:nvSpPr>
        <p:spPr>
          <a:xfrm>
            <a:off x="2448452" y="-733839"/>
            <a:ext cx="7640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Impact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(Lab) Blue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#0032a1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DF076D-1D17-DA25-B8F4-C78C00AFB5D1}"/>
              </a:ext>
            </a:extLst>
          </p:cNvPr>
          <p:cNvSpPr txBox="1"/>
          <p:nvPr userDrawn="1"/>
        </p:nvSpPr>
        <p:spPr>
          <a:xfrm>
            <a:off x="4360061" y="-733839"/>
            <a:ext cx="6952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Energetic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Azure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#3366CC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17914D-589E-020D-9C16-400A30C7992C}"/>
              </a:ext>
            </a:extLst>
          </p:cNvPr>
          <p:cNvSpPr txBox="1"/>
          <p:nvPr userDrawn="1"/>
        </p:nvSpPr>
        <p:spPr>
          <a:xfrm>
            <a:off x="5169207" y="-733839"/>
            <a:ext cx="9386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Livermorium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Ice</a:t>
            </a:r>
            <a:endParaRPr lang="en-US" sz="900" b="0" i="0" dirty="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algn="ctr"/>
            <a:r>
              <a:rPr lang="en-US" sz="9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#</a:t>
            </a:r>
            <a:r>
              <a:rPr lang="en-US" sz="900" i="0" dirty="0">
                <a:effectLst/>
                <a:latin typeface="Aptos" panose="020B0004020202020204" pitchFamily="34" charset="0"/>
              </a:rPr>
              <a:t>eaf0fb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FFCEEF-1880-D2BC-D4CD-5AC62C1B16AE}"/>
              </a:ext>
            </a:extLst>
          </p:cNvPr>
          <p:cNvSpPr txBox="1"/>
          <p:nvPr userDrawn="1"/>
        </p:nvSpPr>
        <p:spPr>
          <a:xfrm>
            <a:off x="6243880" y="-713663"/>
            <a:ext cx="6794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Carbon 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Gray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#a9aabc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2074D8-7FD6-A412-5B3E-A83A96118029}"/>
              </a:ext>
            </a:extLst>
          </p:cNvPr>
          <p:cNvSpPr txBox="1"/>
          <p:nvPr userDrawn="1"/>
        </p:nvSpPr>
        <p:spPr>
          <a:xfrm>
            <a:off x="7179546" y="-713664"/>
            <a:ext cx="6689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Quantum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Slate</a:t>
            </a:r>
          </a:p>
          <a:p>
            <a:pPr algn="ctr"/>
            <a:r>
              <a:rPr lang="en-US" sz="900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#6e6e7c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6CD0D2-A217-246E-86F0-7BAE0694613B}"/>
              </a:ext>
            </a:extLst>
          </p:cNvPr>
          <p:cNvSpPr txBox="1"/>
          <p:nvPr userDrawn="1"/>
        </p:nvSpPr>
        <p:spPr>
          <a:xfrm>
            <a:off x="8081022" y="-713664"/>
            <a:ext cx="7544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Innovation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Yellow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#</a:t>
            </a:r>
            <a:r>
              <a:rPr lang="en-US" sz="900" i="0" dirty="0">
                <a:effectLst/>
                <a:latin typeface="Aptos" panose="020B0004020202020204" pitchFamily="34" charset="0"/>
              </a:rPr>
              <a:t>fcb317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531D96-5978-B8C1-2305-1A521149E81D}"/>
              </a:ext>
            </a:extLst>
          </p:cNvPr>
          <p:cNvSpPr txBox="1"/>
          <p:nvPr userDrawn="1"/>
        </p:nvSpPr>
        <p:spPr>
          <a:xfrm>
            <a:off x="2498958" y="-1701414"/>
            <a:ext cx="6712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Research Red</a:t>
            </a:r>
          </a:p>
          <a:p>
            <a:pPr algn="ctr"/>
            <a:r>
              <a:rPr lang="en-US" sz="90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#9d0c0c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8734A2-9420-F13D-9F60-9A664115B793}"/>
              </a:ext>
            </a:extLst>
          </p:cNvPr>
          <p:cNvSpPr txBox="1"/>
          <p:nvPr userDrawn="1"/>
        </p:nvSpPr>
        <p:spPr>
          <a:xfrm>
            <a:off x="3323492" y="-1701414"/>
            <a:ext cx="8985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Performance Pink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#b40f64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7BB533-7CC3-816F-9772-4E7A55E01839}"/>
              </a:ext>
            </a:extLst>
          </p:cNvPr>
          <p:cNvSpPr txBox="1"/>
          <p:nvPr userDrawn="1"/>
        </p:nvSpPr>
        <p:spPr>
          <a:xfrm>
            <a:off x="4360061" y="-1701414"/>
            <a:ext cx="6748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effectLst/>
                <a:latin typeface="Aptos" panose="020B0004020202020204" pitchFamily="34" charset="0"/>
              </a:rPr>
              <a:t>Algorithm Orange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#ff7900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4D929E-06B5-C3C5-6BB2-6E2C4D68CB16}"/>
              </a:ext>
            </a:extLst>
          </p:cNvPr>
          <p:cNvSpPr txBox="1"/>
          <p:nvPr userDrawn="1"/>
        </p:nvSpPr>
        <p:spPr>
          <a:xfrm>
            <a:off x="5286950" y="-1701414"/>
            <a:ext cx="7111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Solar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Yellow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#ffd900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86E4CA-2051-193B-B256-F949E089B5F0}"/>
              </a:ext>
            </a:extLst>
          </p:cNvPr>
          <p:cNvSpPr txBox="1"/>
          <p:nvPr userDrawn="1"/>
        </p:nvSpPr>
        <p:spPr>
          <a:xfrm>
            <a:off x="6243880" y="-1701414"/>
            <a:ext cx="6794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Gamma Green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#84c342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0328D9-49EE-6A7D-64F1-4F8C8F6C0EB8}"/>
              </a:ext>
            </a:extLst>
          </p:cNvPr>
          <p:cNvSpPr txBox="1"/>
          <p:nvPr userDrawn="1"/>
        </p:nvSpPr>
        <p:spPr>
          <a:xfrm>
            <a:off x="7179546" y="-1701414"/>
            <a:ext cx="6794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effectLst/>
                <a:latin typeface="Aptos" panose="020B0004020202020204" pitchFamily="34" charset="0"/>
              </a:rPr>
              <a:t>Extreme Turquoise</a:t>
            </a:r>
          </a:p>
          <a:p>
            <a:pPr algn="ctr"/>
            <a:r>
              <a:rPr lang="en-US" sz="900" i="0" dirty="0">
                <a:effectLst/>
                <a:latin typeface="Aptos" panose="020B0004020202020204" pitchFamily="34" charset="0"/>
              </a:rPr>
              <a:t>#00a5b8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E25DD1-5379-B65B-5858-CB4529762F43}"/>
              </a:ext>
            </a:extLst>
          </p:cNvPr>
          <p:cNvSpPr txBox="1"/>
          <p:nvPr userDrawn="1"/>
        </p:nvSpPr>
        <p:spPr>
          <a:xfrm>
            <a:off x="8043502" y="-1701414"/>
            <a:ext cx="7544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chemeClr val="bg1"/>
                </a:solidFill>
                <a:effectLst/>
                <a:latin typeface="Helvetica" pitchFamily="2" charset="0"/>
              </a:rPr>
              <a:t>Inspiration Indigo</a:t>
            </a:r>
          </a:p>
          <a:p>
            <a:pPr algn="ctr"/>
            <a:r>
              <a:rPr lang="en-US" sz="90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#4b0082</a:t>
            </a:r>
          </a:p>
        </p:txBody>
      </p:sp>
    </p:spTree>
    <p:extLst>
      <p:ext uri="{BB962C8B-B14F-4D97-AF65-F5344CB8AC3E}">
        <p14:creationId xmlns:p14="http://schemas.microsoft.com/office/powerpoint/2010/main" val="106320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28" r:id="rId2"/>
    <p:sldLayoutId id="2147483752" r:id="rId3"/>
    <p:sldLayoutId id="2147483753" r:id="rId4"/>
    <p:sldLayoutId id="2147483710" r:id="rId5"/>
    <p:sldLayoutId id="2147483711" r:id="rId6"/>
    <p:sldLayoutId id="2147483745" r:id="rId7"/>
    <p:sldLayoutId id="2147483712" r:id="rId8"/>
    <p:sldLayoutId id="2147483713" r:id="rId9"/>
    <p:sldLayoutId id="2147483740" r:id="rId10"/>
    <p:sldLayoutId id="2147483743" r:id="rId11"/>
    <p:sldLayoutId id="2147483747" r:id="rId12"/>
    <p:sldLayoutId id="214748371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5C260-869D-8541-0E99-84F6541A9710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39470" y="716957"/>
            <a:ext cx="9258545" cy="962304"/>
          </a:xfrm>
        </p:spPr>
        <p:txBody>
          <a:bodyPr/>
          <a:lstStyle/>
          <a:p>
            <a:r>
              <a:rPr lang="en-US" dirty="0"/>
              <a:t>Hello, my name is Pratyay Dutta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0158D8A-155C-8530-198D-BD84CC4F450F}"/>
              </a:ext>
            </a:extLst>
          </p:cNvPr>
          <p:cNvSpPr txBox="1">
            <a:spLocks/>
          </p:cNvSpPr>
          <p:nvPr/>
        </p:nvSpPr>
        <p:spPr>
          <a:xfrm>
            <a:off x="5443267" y="1840046"/>
            <a:ext cx="6195203" cy="45086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University: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UC Riverside</a:t>
            </a:r>
          </a:p>
          <a:p>
            <a:r>
              <a:rPr lang="en-US" sz="2000" dirty="0"/>
              <a:t>Favorite Course: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Advanced Computer Vision</a:t>
            </a:r>
          </a:p>
          <a:p>
            <a:r>
              <a:rPr lang="en-US" sz="2000" dirty="0"/>
              <a:t>Hometown: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Kolkata, India</a:t>
            </a:r>
          </a:p>
          <a:p>
            <a:r>
              <a:rPr lang="en-US" sz="2000" dirty="0"/>
              <a:t>Hobbies: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Sketching, Reading (fiction), soccer, badminton. </a:t>
            </a:r>
          </a:p>
          <a:p>
            <a:r>
              <a:rPr lang="en-US" sz="2000" dirty="0"/>
              <a:t>Why you chose DSSI: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Love how the best minds of the country aggregate here for communal learning. Also, my mentor’s work attracted me a lot.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F16D10-A546-9DED-A794-031ACD407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78" y="1532957"/>
            <a:ext cx="3346337" cy="446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7208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5F059441-9832-334E-92B2-478FB950A103}" vid="{84D85146-E095-EC40-87B7-7FF6588318BB}"/>
    </a:ext>
  </a:extLst>
</a:theme>
</file>

<file path=ppt/theme/theme2.xml><?xml version="1.0" encoding="utf-8"?>
<a:theme xmlns:a="http://schemas.openxmlformats.org/drawingml/2006/main" name="Elemental Nav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5F059441-9832-334E-92B2-478FB950A103}" vid="{EFBBE62B-2702-F542-8EF6-7C64180AE12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CDE9C9F21E4E479C2983E919D7ACAD" ma:contentTypeVersion="13" ma:contentTypeDescription="Create a new document." ma:contentTypeScope="" ma:versionID="65abe941b3d8725ce0c23772ac0e2765">
  <xsd:schema xmlns:xsd="http://www.w3.org/2001/XMLSchema" xmlns:xs="http://www.w3.org/2001/XMLSchema" xmlns:p="http://schemas.microsoft.com/office/2006/metadata/properties" xmlns:ns2="b4291cf7-c3fe-49ef-aaab-8a8b37c1fa41" xmlns:ns3="7b560243-c2fe-4dc7-8266-37783a08bee8" targetNamespace="http://schemas.microsoft.com/office/2006/metadata/properties" ma:root="true" ma:fieldsID="937c3d19f14e712385cae0e92ecff7eb" ns2:_="" ns3:_="">
    <xsd:import namespace="b4291cf7-c3fe-49ef-aaab-8a8b37c1fa41"/>
    <xsd:import namespace="7b560243-c2fe-4dc7-8266-37783a08b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91cf7-c3fe-49ef-aaab-8a8b37c1fa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3a22c89-3912-4715-9657-2989270db2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560243-c2fe-4dc7-8266-37783a08b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560243-c2fe-4dc7-8266-37783a08bee8">
      <UserInfo>
        <DisplayName>Vander Vorst, Mitch</DisplayName>
        <AccountId>10</AccountId>
        <AccountType/>
      </UserInfo>
      <UserInfo>
        <DisplayName>Bishop, Breanna</DisplayName>
        <AccountId>9</AccountId>
        <AccountType/>
      </UserInfo>
      <UserInfo>
        <DisplayName>Connors, Corey</DisplayName>
        <AccountId>11</AccountId>
        <AccountType/>
      </UserInfo>
      <UserInfo>
        <DisplayName>svc-sharegate</DisplayName>
        <AccountId>44</AccountId>
        <AccountType/>
      </UserInfo>
      <UserInfo>
        <DisplayName>SharingLinks.3fc3c0ef-bf7b-4085-b901-2737b0950107.OrganizationEdit.9bcf96ed-bba8-4f75-a760-3a02278e7bf0</DisplayName>
        <AccountId>66</AccountId>
        <AccountType/>
      </UserInfo>
      <UserInfo>
        <DisplayName>Kamoroff, Beth Paige</DisplayName>
        <AccountId>56</AccountId>
        <AccountType/>
      </UserInfo>
      <UserInfo>
        <DisplayName>Paschal, Katherine</DisplayName>
        <AccountId>40</AccountId>
        <AccountType/>
      </UserInfo>
      <UserInfo>
        <DisplayName>Diaz, Alii</DisplayName>
        <AccountId>19</AccountId>
        <AccountType/>
      </UserInfo>
      <UserInfo>
        <DisplayName>Piccone, Ashley Nicole</DisplayName>
        <AccountId>65</AccountId>
        <AccountType/>
      </UserInfo>
    </SharedWithUsers>
    <lcf76f155ced4ddcb4097134ff3c332f xmlns="b4291cf7-c3fe-49ef-aaab-8a8b37c1fa4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DE7891-7177-4830-A613-A08C76876C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91cf7-c3fe-49ef-aaab-8a8b37c1fa41"/>
    <ds:schemaRef ds:uri="7b560243-c2fe-4dc7-8266-37783a08b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74EDC0-542C-4316-BAE8-CCB5B20E4B3F}">
  <ds:schemaRefs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16def0d5-3fd6-4c70-b9c9-54c2f38dbc03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fcefbb1-3cd4-4f76-bca8-277149e9cb2e"/>
    <ds:schemaRef ds:uri="7b560243-c2fe-4dc7-8266-37783a08bee8"/>
    <ds:schemaRef ds:uri="b4291cf7-c3fe-49ef-aaab-8a8b37c1fa41"/>
  </ds:schemaRefs>
</ds:datastoreItem>
</file>

<file path=customXml/itemProps3.xml><?xml version="1.0" encoding="utf-8"?>
<ds:datastoreItem xmlns:ds="http://schemas.openxmlformats.org/officeDocument/2006/customXml" ds:itemID="{E5380E02-140B-4F0E-BE4A-F3840F0793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unclassified-powerpoint-2024-dec-20</Template>
  <TotalTime>18</TotalTime>
  <Words>63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Aptos Light</vt:lpstr>
      <vt:lpstr>Aptos SemiBold</vt:lpstr>
      <vt:lpstr>Arial</vt:lpstr>
      <vt:lpstr>Calibri</vt:lpstr>
      <vt:lpstr>Helvetica</vt:lpstr>
      <vt:lpstr>White</vt:lpstr>
      <vt:lpstr>Elemental Navy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Luna, Kendall</dc:creator>
  <cp:keywords/>
  <dc:description/>
  <cp:lastModifiedBy>Pratyay Dutta</cp:lastModifiedBy>
  <cp:revision>3</cp:revision>
  <dcterms:created xsi:type="dcterms:W3CDTF">2025-03-31T23:02:25Z</dcterms:created>
  <dcterms:modified xsi:type="dcterms:W3CDTF">2026-06-09T02:54:25Z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0x0101001DCDE9C9F21E4E479C2983E919D7ACAD</vt:lpwstr>
  </property>
  <property fmtid="{D5CDD505-2E9C-101B-9397-08002B2CF9AE}" pid="3" name="MediaServiceImageTags">
    <vt:lpwstr/>
  </property>
</Properties>
</file>